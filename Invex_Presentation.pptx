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83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0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Invex.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Febriel Otud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Lev Anthony Pausal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517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Aaron Stephen Donal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517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Kyle Abad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4517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1300" dirty="0" err="1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Rambogatlog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Invex?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inventory management system that replaces spreadsheets and paper logs.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warehouses, stores, and storerooms.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SYSTEM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Invex works.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web application — frontend, backend API, and database.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627632" cy="594360"/>
          </a:xfrm>
          <a:prstGeom prst="roundRect">
            <a:avLst>
              <a:gd name="adj" fmla="val 12308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as admin or staff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12848" y="2628900"/>
            <a:ext cx="438912" cy="0"/>
          </a:xfrm>
          <a:prstGeom prst="line">
            <a:avLst/>
          </a:prstGeom>
          <a:noFill/>
          <a:ln w="15875">
            <a:solidFill>
              <a:srgbClr val="8A8A8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88336" y="2331720"/>
            <a:ext cx="1627632" cy="594360"/>
          </a:xfrm>
          <a:prstGeom prst="roundRect">
            <a:avLst>
              <a:gd name="adj" fmla="val 12308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88336" y="233172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42616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pages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52544" y="2628900"/>
            <a:ext cx="438912" cy="0"/>
          </a:xfrm>
          <a:prstGeom prst="line">
            <a:avLst/>
          </a:prstGeom>
          <a:noFill/>
          <a:ln w="15875">
            <a:solidFill>
              <a:srgbClr val="8A8A8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28032" y="2331720"/>
            <a:ext cx="1627632" cy="594360"/>
          </a:xfrm>
          <a:prstGeom prst="roundRect">
            <a:avLst>
              <a:gd name="adj" fmla="val 12308"/>
            </a:avLst>
          </a:prstGeom>
          <a:solidFill>
            <a:srgbClr val="17171A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233172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82312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endpoints under /api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2628900"/>
            <a:ext cx="438912" cy="0"/>
          </a:xfrm>
          <a:prstGeom prst="line">
            <a:avLst/>
          </a:prstGeom>
          <a:noFill/>
          <a:ln w="15875">
            <a:solidFill>
              <a:srgbClr val="8A8A8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67728" y="2331720"/>
            <a:ext cx="1627632" cy="594360"/>
          </a:xfrm>
          <a:prstGeom prst="roundRect">
            <a:avLst>
              <a:gd name="adj" fmla="val 12308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67728" y="233172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22008" y="3017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invex schema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22192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18795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opens a page in the browser. The frontend sends a request to the API. The API checks the user's token, talks to the database, and sends the result back as JSON.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DATA FORMAT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in JSON.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297680" cy="2788920"/>
          </a:xfrm>
          <a:prstGeom prst="roundRect">
            <a:avLst>
              <a:gd name="adj" fmla="val 2623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947672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947672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" y="1947672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1874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product.json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"Bond Paper A4"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"sku"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"BP-A4-001"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"unit_price"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125.00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"reorder_level"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"is_deleted"</a:t>
            </a: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JSON bodies to /api/*.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2715768"/>
            <a:ext cx="338328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returns JSON for every endpoint.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3675888"/>
            <a:ext cx="338328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JSON Web Tokens secure each request.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4636008"/>
            <a:ext cx="338328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OBJECTIVES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with soft delete — nothing is truly lost.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clean endpoints under /api.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145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— connected with JWT auth.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8039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one schema, one source of truth.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09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role-based access (admin or staff).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313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694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low-stock, and expiry alerts at a glance.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9169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items — SKUs, prices, reorder levels.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products with colour tags.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2452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123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stores, and storerooms.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81051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1709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records linked to stock-in orders.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14016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3134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25694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In, Stock Out, and Transfers.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017520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29169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Reason-coded stock corrections.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621024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3520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low stock and near-expiry batches.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22452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4123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74920" y="4379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valuation, and stock reports.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SYSTEM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Database.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478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2834640"/>
            <a:ext cx="54864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97180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73452" y="3040380"/>
            <a:ext cx="109728" cy="0"/>
          </a:xfrm>
          <a:prstGeom prst="line">
            <a:avLst/>
          </a:prstGeom>
          <a:noFill/>
          <a:ln w="12700">
            <a:solidFill>
              <a:srgbClr val="8A8A8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87452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87752" y="2148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87752" y="2478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3552" y="2834640"/>
            <a:ext cx="54864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52344" y="297180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12564" y="3040380"/>
            <a:ext cx="109728" cy="0"/>
          </a:xfrm>
          <a:prstGeom prst="line">
            <a:avLst/>
          </a:prstGeom>
          <a:noFill/>
          <a:ln w="12700">
            <a:solidFill>
              <a:srgbClr val="8A8A8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187452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2148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26864" y="2478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12664" y="2834640"/>
            <a:ext cx="54864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297180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51676" y="3040380"/>
            <a:ext cx="109728" cy="0"/>
          </a:xfrm>
          <a:prstGeom prst="line">
            <a:avLst/>
          </a:prstGeom>
          <a:noFill/>
          <a:ln w="12700">
            <a:solidFill>
              <a:srgbClr val="8A8A8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65976" y="187452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121214"/>
          </a:solidFill>
          <a:ln w="12700">
            <a:solidFill>
              <a:srgbClr val="303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65976" y="2148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65976" y="2478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1776" y="2834640"/>
            <a:ext cx="54864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30568" y="297180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invex.products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invex.orders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B4B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invex.users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on every entity.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468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657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8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REST API, and PostgreSQL — one connected workflow.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8046720" cy="10973"/>
          </a:xfrm>
          <a:prstGeom prst="rect">
            <a:avLst/>
          </a:prstGeom>
          <a:solidFill>
            <a:srgbClr val="303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2245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we're ready for your questions.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5A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846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474720" cy="3474720"/>
          </a:xfrm>
          <a:prstGeom prst="ellipse">
            <a:avLst/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4023360"/>
            <a:ext cx="3291840" cy="3291840"/>
          </a:xfrm>
          <a:prstGeom prst="ellipse">
            <a:avLst/>
          </a:prstGeom>
          <a:solidFill>
            <a:srgbClr val="8CA0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498848" y="3611880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4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5A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INVEX  ·  Inventory Management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517</Words>
  <Application>Microsoft Macintosh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Invex — Inventory Management System</dc:title>
  <dc:subject>PptxGenJS Presentation</dc:subject>
  <dc:creator>Invex Team</dc:creator>
  <cp:lastModifiedBy>ARIEL OTUD</cp:lastModifiedBy>
  <cp:revision>2</cp:revision>
  <dcterms:created xsi:type="dcterms:W3CDTF">2026-05-09T07:24:20Z</dcterms:created>
  <dcterms:modified xsi:type="dcterms:W3CDTF">2026-05-09T16:43:15Z</dcterms:modified>
</cp:coreProperties>
</file>