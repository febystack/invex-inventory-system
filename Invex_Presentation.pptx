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16"/>
    <p:restoredTop sz="94610"/>
  </p:normalViewPr>
  <p:slideViewPr>
    <p:cSldViewPr snapToGrid="0" snapToObjects="1">
      <p:cViewPr varScale="1">
        <p:scale>
          <a:sx n="132" d="100"/>
          <a:sy n="132" d="100"/>
        </p:scale>
        <p:origin x="184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88316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474720" cy="3474720"/>
          </a:xfrm>
          <a:prstGeom prst="ellipse">
            <a:avLst/>
          </a:prstGeom>
          <a:solidFill>
            <a:srgbClr val="F87171">
              <a:alpha val="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949440" y="4023360"/>
            <a:ext cx="3291840" cy="3291840"/>
          </a:xfrm>
          <a:prstGeom prst="ellipse">
            <a:avLst/>
          </a:prstGeom>
          <a:solidFill>
            <a:srgbClr val="8CA0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800" dirty="0">
                <a:solidFill>
                  <a:srgbClr val="B4B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INVEX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Invex.</a:t>
            </a:r>
            <a:endParaRPr lang="en-US" sz="11000" dirty="0"/>
          </a:p>
        </p:txBody>
      </p:sp>
      <p:sp>
        <p:nvSpPr>
          <p:cNvPr id="6" name="Shape 4"/>
          <p:cNvSpPr/>
          <p:nvPr/>
        </p:nvSpPr>
        <p:spPr>
          <a:xfrm>
            <a:off x="548640" y="2834640"/>
            <a:ext cx="128016" cy="128016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7240" y="27157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B4B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Management System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3840480"/>
            <a:ext cx="8046720" cy="10973"/>
          </a:xfrm>
          <a:prstGeom prst="rect">
            <a:avLst/>
          </a:prstGeom>
          <a:solidFill>
            <a:srgbClr val="3030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3977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8A8A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PRESENTED BY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422452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Febriel Otud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17520" y="4224528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Lev Anthony Pausal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5171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Aaron Stephen Donal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017520" y="451713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Kyle Abad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035040" y="39776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8A8A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SUBJECT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035040" y="422452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Management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035040" y="45171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4B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</a:t>
            </a:r>
            <a:r>
              <a:rPr lang="en-US" sz="1300" dirty="0" err="1">
                <a:solidFill>
                  <a:srgbClr val="B4B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Rambogatlog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474720" cy="3474720"/>
          </a:xfrm>
          <a:prstGeom prst="ellipse">
            <a:avLst/>
          </a:prstGeom>
          <a:solidFill>
            <a:srgbClr val="F87171">
              <a:alpha val="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949440" y="4023360"/>
            <a:ext cx="3291840" cy="3291840"/>
          </a:xfrm>
          <a:prstGeom prst="ellipse">
            <a:avLst/>
          </a:prstGeom>
          <a:solidFill>
            <a:srgbClr val="8CA0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8A8A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· INTRODUCTION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41248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Invex?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web-based inventory management system that replaces spreadsheets and paper logs.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3703320"/>
            <a:ext cx="91440" cy="9144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36118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warehouses, stores, and storerooms.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4846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500" dirty="0">
                <a:solidFill>
                  <a:srgbClr val="5A5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INVEX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0" y="48463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5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/ 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474720" cy="3474720"/>
          </a:xfrm>
          <a:prstGeom prst="ellipse">
            <a:avLst/>
          </a:prstGeom>
          <a:solidFill>
            <a:srgbClr val="F87171">
              <a:alpha val="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949440" y="4023360"/>
            <a:ext cx="3291840" cy="3291840"/>
          </a:xfrm>
          <a:prstGeom prst="ellipse">
            <a:avLst/>
          </a:prstGeom>
          <a:solidFill>
            <a:srgbClr val="8CA0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8A8A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· SYSTEM OVERVIEW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41248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Invex works.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162763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4B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three-layer web application — frontend, backend API, and database.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1627632" cy="594360"/>
          </a:xfrm>
          <a:prstGeom prst="roundRect">
            <a:avLst>
              <a:gd name="adj" fmla="val 12308"/>
            </a:avLst>
          </a:prstGeom>
          <a:solidFill>
            <a:srgbClr val="121214"/>
          </a:solidFill>
          <a:ln w="12700">
            <a:solidFill>
              <a:srgbClr val="3030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2331720"/>
            <a:ext cx="1627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3017520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in as admin or staff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212848" y="2628900"/>
            <a:ext cx="438912" cy="0"/>
          </a:xfrm>
          <a:prstGeom prst="line">
            <a:avLst/>
          </a:prstGeom>
          <a:noFill/>
          <a:ln w="15875">
            <a:solidFill>
              <a:srgbClr val="8A8A8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688336" y="2331720"/>
            <a:ext cx="1627632" cy="594360"/>
          </a:xfrm>
          <a:prstGeom prst="roundRect">
            <a:avLst>
              <a:gd name="adj" fmla="val 12308"/>
            </a:avLst>
          </a:prstGeom>
          <a:solidFill>
            <a:srgbClr val="121214"/>
          </a:solidFill>
          <a:ln w="12700">
            <a:solidFill>
              <a:srgbClr val="3030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88336" y="2331720"/>
            <a:ext cx="1627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42616" y="3017520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HTML, CSS, JavaScript pages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52544" y="2628900"/>
            <a:ext cx="438912" cy="0"/>
          </a:xfrm>
          <a:prstGeom prst="line">
            <a:avLst/>
          </a:prstGeom>
          <a:noFill/>
          <a:ln w="15875">
            <a:solidFill>
              <a:srgbClr val="8A8A8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828032" y="2331720"/>
            <a:ext cx="1627632" cy="594360"/>
          </a:xfrm>
          <a:prstGeom prst="roundRect">
            <a:avLst>
              <a:gd name="adj" fmla="val 12308"/>
            </a:avLst>
          </a:prstGeom>
          <a:solidFill>
            <a:srgbClr val="17171A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28032" y="2331720"/>
            <a:ext cx="1627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782312" y="3017520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endpoints under /api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92240" y="2628900"/>
            <a:ext cx="438912" cy="0"/>
          </a:xfrm>
          <a:prstGeom prst="line">
            <a:avLst/>
          </a:prstGeom>
          <a:noFill/>
          <a:ln w="15875">
            <a:solidFill>
              <a:srgbClr val="8A8A8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967728" y="2331720"/>
            <a:ext cx="1627632" cy="594360"/>
          </a:xfrm>
          <a:prstGeom prst="roundRect">
            <a:avLst>
              <a:gd name="adj" fmla="val 12308"/>
            </a:avLst>
          </a:prstGeom>
          <a:solidFill>
            <a:srgbClr val="121214"/>
          </a:solidFill>
          <a:ln w="12700">
            <a:solidFill>
              <a:srgbClr val="3030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967728" y="2331720"/>
            <a:ext cx="1627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922008" y="3017520"/>
            <a:ext cx="1719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invex schema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822192"/>
            <a:ext cx="8046720" cy="10973"/>
          </a:xfrm>
          <a:prstGeom prst="rect">
            <a:avLst/>
          </a:prstGeom>
          <a:solidFill>
            <a:srgbClr val="3030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48640" y="395020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4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WORKS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8640" y="4187952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4B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opens a page in the browser. The frontend sends a request to the API. The API checks the user's token, talks to the database, and sends the result back as JSON.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4846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500" dirty="0">
                <a:solidFill>
                  <a:srgbClr val="5A5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INVEX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15200" y="48463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5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/ 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474720" cy="3474720"/>
          </a:xfrm>
          <a:prstGeom prst="ellipse">
            <a:avLst/>
          </a:prstGeom>
          <a:solidFill>
            <a:srgbClr val="F87171">
              <a:alpha val="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949440" y="4023360"/>
            <a:ext cx="3291840" cy="3291840"/>
          </a:xfrm>
          <a:prstGeom prst="ellipse">
            <a:avLst/>
          </a:prstGeom>
          <a:solidFill>
            <a:srgbClr val="8CA0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8A8A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DATA FORMAT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41248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in JSON.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4297680" cy="2788920"/>
          </a:xfrm>
          <a:prstGeom prst="roundRect">
            <a:avLst>
              <a:gd name="adj" fmla="val 2623"/>
            </a:avLst>
          </a:prstGeom>
          <a:solidFill>
            <a:srgbClr val="121214"/>
          </a:solidFill>
          <a:ln w="12700">
            <a:solidFill>
              <a:srgbClr val="3030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77240" y="1947672"/>
            <a:ext cx="118872" cy="118872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60120" y="1947672"/>
            <a:ext cx="118872" cy="118872"/>
          </a:xfrm>
          <a:prstGeom prst="ellipse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43000" y="1947672"/>
            <a:ext cx="118872" cy="118872"/>
          </a:xfrm>
          <a:prstGeom prst="ellipse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371600" y="18745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8A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product.json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77240" y="2240280"/>
            <a:ext cx="39319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2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"id"</a:t>
            </a:r>
            <a:r>
              <a:rPr lang="en-US" sz="12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r>
              <a:rPr lang="en-US" sz="12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2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r>
              <a:rPr lang="en-US" sz="12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r>
              <a:rPr lang="en-US" sz="12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"Bond Paper A4"</a:t>
            </a:r>
            <a:r>
              <a:rPr lang="en-US" sz="12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2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"sku"</a:t>
            </a:r>
            <a:r>
              <a:rPr lang="en-US" sz="12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r>
              <a:rPr lang="en-US" sz="1200" dirty="0">
                <a:solidFill>
                  <a:srgbClr val="4ADE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"BP-A4-001"</a:t>
            </a:r>
            <a:r>
              <a:rPr lang="en-US" sz="12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2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"unit_price"</a:t>
            </a:r>
            <a:r>
              <a:rPr lang="en-US" sz="12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125.00</a:t>
            </a:r>
            <a:r>
              <a:rPr lang="en-US" sz="12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2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"reorder_level"</a:t>
            </a:r>
            <a:r>
              <a:rPr lang="en-US" sz="12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r>
              <a:rPr lang="en-US" sz="12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2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"is_deleted"</a:t>
            </a:r>
            <a:r>
              <a:rPr lang="en-US" sz="12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12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212080" y="21488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sends JSON bodies to /api/*.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212080" y="2715768"/>
            <a:ext cx="3383280" cy="10973"/>
          </a:xfrm>
          <a:prstGeom prst="rect">
            <a:avLst/>
          </a:prstGeom>
          <a:solidFill>
            <a:srgbClr val="3030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212080" y="28346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212080" y="31089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returns JSON for every endpoint.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212080" y="3675888"/>
            <a:ext cx="3383280" cy="10973"/>
          </a:xfrm>
          <a:prstGeom prst="rect">
            <a:avLst/>
          </a:prstGeom>
          <a:solidFill>
            <a:srgbClr val="3030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212080" y="3794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212080" y="40690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— JSON Web Tokens secure each request.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212080" y="4636008"/>
            <a:ext cx="3383280" cy="10973"/>
          </a:xfrm>
          <a:prstGeom prst="rect">
            <a:avLst/>
          </a:prstGeom>
          <a:solidFill>
            <a:srgbClr val="3030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8640" y="4846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500" dirty="0">
                <a:solidFill>
                  <a:srgbClr val="5A5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INVEX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315200" y="48463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5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/ 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474720" cy="3474720"/>
          </a:xfrm>
          <a:prstGeom prst="ellipse">
            <a:avLst/>
          </a:prstGeom>
          <a:solidFill>
            <a:srgbClr val="F87171">
              <a:alpha val="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949440" y="4023360"/>
            <a:ext cx="3291840" cy="3291840"/>
          </a:xfrm>
          <a:prstGeom prst="ellipse">
            <a:avLst/>
          </a:prstGeom>
          <a:solidFill>
            <a:srgbClr val="8CA0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8A8A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OBJECTIVES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41248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set out to build.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8016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with soft delete — nothing is truly lost.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331720"/>
            <a:ext cx="8046720" cy="10973"/>
          </a:xfrm>
          <a:prstGeom prst="rect">
            <a:avLst/>
          </a:prstGeom>
          <a:solidFill>
            <a:srgbClr val="3030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48716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80160" y="248716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— clean endpoints under /api.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2990088"/>
            <a:ext cx="8046720" cy="10973"/>
          </a:xfrm>
          <a:prstGeom prst="rect">
            <a:avLst/>
          </a:prstGeom>
          <a:solidFill>
            <a:srgbClr val="3030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314553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3145536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↔ Backend — connected with JWT auth.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648456"/>
            <a:ext cx="8046720" cy="10973"/>
          </a:xfrm>
          <a:prstGeom prst="rect">
            <a:avLst/>
          </a:prstGeom>
          <a:solidFill>
            <a:srgbClr val="3030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38039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80160" y="3803904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one schema, one source of truth.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48640" y="4306824"/>
            <a:ext cx="8046720" cy="10973"/>
          </a:xfrm>
          <a:prstGeom prst="rect">
            <a:avLst/>
          </a:prstGeom>
          <a:solidFill>
            <a:srgbClr val="3030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4846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500" dirty="0">
                <a:solidFill>
                  <a:srgbClr val="5A5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INVEX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0" y="48463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5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/ 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474720" cy="3474720"/>
          </a:xfrm>
          <a:prstGeom prst="ellipse">
            <a:avLst/>
          </a:prstGeom>
          <a:solidFill>
            <a:srgbClr val="F87171">
              <a:alpha val="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949440" y="4023360"/>
            <a:ext cx="3291840" cy="3291840"/>
          </a:xfrm>
          <a:prstGeom prst="ellipse">
            <a:avLst/>
          </a:prstGeom>
          <a:solidFill>
            <a:srgbClr val="8CA0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8A8A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· SYSTEM DESIGN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41248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548640" y="1810512"/>
            <a:ext cx="91440" cy="9144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7240" y="170992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Auth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with role-based access (admin or staff).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414016"/>
            <a:ext cx="91440" cy="9144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77240" y="231343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5694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KPIs, low-stock, and expiry alerts at a glance.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91440" cy="9144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2916936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317296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items — SKUs, prices, reorder levels.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621024"/>
            <a:ext cx="91440" cy="9144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" y="3520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77240" y="377647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products with colour tags.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224528"/>
            <a:ext cx="91440" cy="9144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77240" y="412394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77240" y="4379976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Warehouses, stores, and storerooms.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46320" y="1810512"/>
            <a:ext cx="91440" cy="9144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74920" y="170992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74920" y="19659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records linked to stock-in orders.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2414016"/>
            <a:ext cx="91440" cy="9144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074920" y="231343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74920" y="25694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In, Stock Out, and Transfers.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46320" y="3017520"/>
            <a:ext cx="91440" cy="9144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074920" y="2916936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Adjustments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074920" y="317296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Reason-coded stock corrections.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46320" y="3621024"/>
            <a:ext cx="91440" cy="9144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074920" y="3520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074920" y="377647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for low stock and near-expiry batches.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46320" y="4224528"/>
            <a:ext cx="91440" cy="9144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074920" y="412394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074920" y="4379976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Movement, valuation, and stock reports.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4846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500" dirty="0">
                <a:solidFill>
                  <a:srgbClr val="5A5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INVEX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315200" y="48463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5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/ 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48602" y="-1700784"/>
            <a:ext cx="3474720" cy="3474720"/>
          </a:xfrm>
          <a:prstGeom prst="ellipse">
            <a:avLst/>
          </a:prstGeom>
          <a:solidFill>
            <a:srgbClr val="F87171">
              <a:alpha val="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949440" y="4023360"/>
            <a:ext cx="3291840" cy="3291840"/>
          </a:xfrm>
          <a:prstGeom prst="ellipse">
            <a:avLst/>
          </a:prstGeom>
          <a:solidFill>
            <a:srgbClr val="8CA0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8A8A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· SYSTEM DESIGN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41248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Database.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1920240" cy="2331720"/>
          </a:xfrm>
          <a:prstGeom prst="roundRect">
            <a:avLst>
              <a:gd name="adj" fmla="val 3810"/>
            </a:avLst>
          </a:prstGeom>
          <a:solidFill>
            <a:srgbClr val="121214"/>
          </a:solidFill>
          <a:ln w="12700">
            <a:solidFill>
              <a:srgbClr val="3030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24780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234440" y="2834640"/>
            <a:ext cx="548640" cy="10973"/>
          </a:xfrm>
          <a:prstGeom prst="rect">
            <a:avLst/>
          </a:prstGeom>
          <a:solidFill>
            <a:srgbClr val="3030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13232" y="2971800"/>
            <a:ext cx="15910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1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</a:t>
            </a:r>
            <a:endParaRPr lang="en-US" sz="110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en-US" sz="11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CSS</a:t>
            </a:r>
            <a:endParaRPr lang="en-US" sz="110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en-US" sz="11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73452" y="3040380"/>
            <a:ext cx="109728" cy="0"/>
          </a:xfrm>
          <a:prstGeom prst="line">
            <a:avLst/>
          </a:prstGeom>
          <a:noFill/>
          <a:ln w="12700">
            <a:solidFill>
              <a:srgbClr val="8A8A8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87752" y="1874520"/>
            <a:ext cx="1920240" cy="2331720"/>
          </a:xfrm>
          <a:prstGeom prst="roundRect">
            <a:avLst>
              <a:gd name="adj" fmla="val 3810"/>
            </a:avLst>
          </a:prstGeom>
          <a:solidFill>
            <a:srgbClr val="121214"/>
          </a:solidFill>
          <a:ln w="12700">
            <a:solidFill>
              <a:srgbClr val="3030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587752" y="2148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587752" y="24780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Express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73552" y="2834640"/>
            <a:ext cx="548640" cy="10973"/>
          </a:xfrm>
          <a:prstGeom prst="rect">
            <a:avLst/>
          </a:prstGeom>
          <a:solidFill>
            <a:srgbClr val="3030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752344" y="2971800"/>
            <a:ext cx="15910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1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Routes</a:t>
            </a:r>
            <a:endParaRPr lang="en-US" sz="110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en-US" sz="11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Middleware</a:t>
            </a:r>
            <a:endParaRPr lang="en-US" sz="110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en-US" sz="11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Controllers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12564" y="3040380"/>
            <a:ext cx="109728" cy="0"/>
          </a:xfrm>
          <a:prstGeom prst="line">
            <a:avLst/>
          </a:prstGeom>
          <a:noFill/>
          <a:ln w="12700">
            <a:solidFill>
              <a:srgbClr val="8A8A8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626864" y="1874520"/>
            <a:ext cx="1920240" cy="2331720"/>
          </a:xfrm>
          <a:prstGeom prst="roundRect">
            <a:avLst>
              <a:gd name="adj" fmla="val 3810"/>
            </a:avLst>
          </a:prstGeom>
          <a:solidFill>
            <a:srgbClr val="121214"/>
          </a:solidFill>
          <a:ln w="12700">
            <a:solidFill>
              <a:srgbClr val="3030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626864" y="2148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626864" y="24780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12664" y="2834640"/>
            <a:ext cx="548640" cy="10973"/>
          </a:xfrm>
          <a:prstGeom prst="rect">
            <a:avLst/>
          </a:prstGeom>
          <a:solidFill>
            <a:srgbClr val="3030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791456" y="2971800"/>
            <a:ext cx="15910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1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</a:t>
            </a:r>
            <a:endParaRPr lang="en-US" sz="110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en-US" sz="11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</a:t>
            </a:r>
            <a:endParaRPr lang="en-US" sz="110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en-US" sz="11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Batches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551676" y="3040380"/>
            <a:ext cx="109728" cy="0"/>
          </a:xfrm>
          <a:prstGeom prst="line">
            <a:avLst/>
          </a:prstGeom>
          <a:noFill/>
          <a:ln w="12700">
            <a:solidFill>
              <a:srgbClr val="8A8A8E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665976" y="1874520"/>
            <a:ext cx="1920240" cy="2331720"/>
          </a:xfrm>
          <a:prstGeom prst="roundRect">
            <a:avLst>
              <a:gd name="adj" fmla="val 3810"/>
            </a:avLst>
          </a:prstGeom>
          <a:solidFill>
            <a:srgbClr val="121214"/>
          </a:solidFill>
          <a:ln w="12700">
            <a:solidFill>
              <a:srgbClr val="3030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665976" y="21488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665976" y="24780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PostgreSQL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351776" y="2834640"/>
            <a:ext cx="548640" cy="10973"/>
          </a:xfrm>
          <a:prstGeom prst="rect">
            <a:avLst/>
          </a:prstGeom>
          <a:solidFill>
            <a:srgbClr val="3030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830568" y="2971800"/>
            <a:ext cx="15910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1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invex.products</a:t>
            </a:r>
            <a:endParaRPr lang="en-US" sz="110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en-US" sz="11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invex.orders</a:t>
            </a:r>
            <a:endParaRPr lang="en-US" sz="110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en-US" sz="1100" dirty="0">
                <a:solidFill>
                  <a:srgbClr val="B4B4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invex.users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A8A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delete on every entity.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8640" y="4846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500" dirty="0">
                <a:solidFill>
                  <a:srgbClr val="5A5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INVEX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315200" y="48463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5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/ 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474720" cy="3474720"/>
          </a:xfrm>
          <a:prstGeom prst="ellipse">
            <a:avLst/>
          </a:prstGeom>
          <a:solidFill>
            <a:srgbClr val="F87171">
              <a:alpha val="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949440" y="4023360"/>
            <a:ext cx="3291840" cy="3291840"/>
          </a:xfrm>
          <a:prstGeom prst="ellipse">
            <a:avLst/>
          </a:prstGeom>
          <a:solidFill>
            <a:srgbClr val="8CA0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8A8A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· TECHNOLOGY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41248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8A8A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0" y="187452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· CSS · JS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377440"/>
            <a:ext cx="8046720" cy="10973"/>
          </a:xfrm>
          <a:prstGeom prst="rect">
            <a:avLst/>
          </a:prstGeom>
          <a:solidFill>
            <a:srgbClr val="3030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8A8A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BACKEND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0" y="246888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· Express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2971800"/>
            <a:ext cx="8046720" cy="10973"/>
          </a:xfrm>
          <a:prstGeom prst="rect">
            <a:avLst/>
          </a:prstGeom>
          <a:solidFill>
            <a:srgbClr val="3030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30632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8A8A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0" y="306324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48640" y="3566160"/>
            <a:ext cx="8046720" cy="10973"/>
          </a:xfrm>
          <a:prstGeom prst="rect">
            <a:avLst/>
          </a:prstGeom>
          <a:solidFill>
            <a:srgbClr val="3030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36576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8A8A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0" y="365760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8046720" cy="10973"/>
          </a:xfrm>
          <a:prstGeom prst="rect">
            <a:avLst/>
          </a:prstGeom>
          <a:solidFill>
            <a:srgbClr val="3030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4846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500" dirty="0">
                <a:solidFill>
                  <a:srgbClr val="5A5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INVEX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0" y="48463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5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 / 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474720" cy="3474720"/>
          </a:xfrm>
          <a:prstGeom prst="ellipse">
            <a:avLst/>
          </a:prstGeom>
          <a:solidFill>
            <a:srgbClr val="F87171">
              <a:alpha val="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949440" y="4023360"/>
            <a:ext cx="3291840" cy="3291840"/>
          </a:xfrm>
          <a:prstGeom prst="ellipse">
            <a:avLst/>
          </a:prstGeom>
          <a:solidFill>
            <a:srgbClr val="8CA0FF">
              <a:alpha val="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8A8A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CONCLUSION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8046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5F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Frontend, backend, REST API, and PostgreSQL — one connected workflow.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3931920"/>
            <a:ext cx="8046720" cy="10973"/>
          </a:xfrm>
          <a:prstGeom prst="rect">
            <a:avLst/>
          </a:prstGeom>
          <a:solidFill>
            <a:srgbClr val="3030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640" y="4343400"/>
            <a:ext cx="109728" cy="109728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4224528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B4B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we're ready for your questions.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4846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500" dirty="0">
                <a:solidFill>
                  <a:srgbClr val="5A5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INVEX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0" y="48463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5A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 / 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4607</TotalTime>
  <Words>503</Words>
  <Application>Microsoft Macintosh PowerPoint</Application>
  <PresentationFormat>On-screen Show (16:9)</PresentationFormat>
  <Paragraphs>138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Invex — Inventory Management System</dc:title>
  <dc:subject>PptxGenJS Presentation</dc:subject>
  <dc:creator>Invex Team</dc:creator>
  <cp:lastModifiedBy>ARIEL OTUD</cp:lastModifiedBy>
  <cp:revision>3</cp:revision>
  <dcterms:created xsi:type="dcterms:W3CDTF">2026-05-09T07:24:20Z</dcterms:created>
  <dcterms:modified xsi:type="dcterms:W3CDTF">2026-05-15T05:57:03Z</dcterms:modified>
</cp:coreProperties>
</file>